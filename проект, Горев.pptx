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90" d="100"/>
          <a:sy n="90" d="100"/>
        </p:scale>
        <p:origin x="-114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3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81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61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04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72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48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577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88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12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24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600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3747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534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908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599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505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624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14E0062-C9A0-4991-B2C8-F823074D34FD}" type="datetimeFigureOut">
              <a:rPr lang="ru-RU" smtClean="0"/>
              <a:t>05.05.2022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EBF08-0872-48A9-99A2-B5EFBEA12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792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10023906" cy="3329581"/>
          </a:xfrm>
        </p:spPr>
        <p:txBody>
          <a:bodyPr/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2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бюджетное общеобразовательное учреждение </a:t>
            </a:r>
            <a:b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средняя общеобразовательная школа № 547</a:t>
            </a:r>
            <a:b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Красносельского района Санкт-Петербурга</a:t>
            </a: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Индивидуальный проект</a:t>
            </a:r>
            <a:r>
              <a:rPr lang="ru-RU" sz="1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Android </a:t>
            </a: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приложений в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Android Studio</a:t>
            </a: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05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105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683358"/>
            <a:ext cx="10023906" cy="2774592"/>
          </a:xfrm>
        </p:spPr>
        <p:txBody>
          <a:bodyPr>
            <a:normAutofit/>
          </a:bodyPr>
          <a:lstStyle/>
          <a:p>
            <a:pPr algn="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Горев максим, 10-А класс</a:t>
            </a:r>
          </a:p>
          <a:p>
            <a:pPr algn="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Куратор проекта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Шайдуров Игорь Александрович,</a:t>
            </a:r>
          </a:p>
          <a:p>
            <a:pPr algn="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Учитель 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информатики</a:t>
            </a:r>
          </a:p>
          <a:p>
            <a:pPr algn="r"/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14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 проекта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исследовательский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проекта заключается в том, что вы всегда можете сделать свой аналог нужного приложения, если во время его использования у вас возникают какие-нибудь проблемы.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19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проекта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заключается в том, что аналоги, уже существующих приложений не всегда удается скачать из маркета, потому что их там попросту нет.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2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моего исследования будет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потому что она является самой востребованной средой для разработки приложений, с всяческими подсказками по мере написания кода.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6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Рассказать о простоте создания приложений под систему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71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Продуктом является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ToDo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без базы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87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124</Words>
  <Application>Microsoft Office PowerPoint</Application>
  <PresentationFormat>Широкоэкранный</PresentationFormat>
  <Paragraphs>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Ион</vt:lpstr>
      <vt:lpstr>  Государственное бюджетное общеобразовательное учреждение  средняя общеобразовательная школа № 547 Красносельского района Санкт-Петербурга     Индивидуальный проект Разработка Android приложений в Android Studio       </vt:lpstr>
      <vt:lpstr>Тип проекта: исследовательский</vt:lpstr>
      <vt:lpstr>Проблема проекта </vt:lpstr>
      <vt:lpstr>Объект исследования</vt:lpstr>
      <vt:lpstr>Цель проекта</vt:lpstr>
      <vt:lpstr>Продукт проекта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общеобразовательное учреждение  средняя общеобразовательная школа № 547 Красносельского района Санкт-Петербурга     Индивидуальный проект Разработка Android приложений в Android Studio</dc:title>
  <dc:creator>Student 09</dc:creator>
  <cp:lastModifiedBy>Student 09</cp:lastModifiedBy>
  <cp:revision>6</cp:revision>
  <dcterms:created xsi:type="dcterms:W3CDTF">2022-05-05T07:25:47Z</dcterms:created>
  <dcterms:modified xsi:type="dcterms:W3CDTF">2022-05-05T08:05:18Z</dcterms:modified>
</cp:coreProperties>
</file>